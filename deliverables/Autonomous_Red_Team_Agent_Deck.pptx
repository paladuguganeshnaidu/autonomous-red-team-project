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Google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font" Target="fonts/GoogleSans-regular.fntdata"/><Relationship Id="rId23" Type="http://schemas.openxmlformats.org/officeDocument/2006/relationships/font" Target="fonts/GoogleSans-bold.fntdata"/><Relationship Id="rId24" Type="http://schemas.openxmlformats.org/officeDocument/2006/relationships/font" Target="fonts/GoogleSans-italic.fntdata"/><Relationship Id="rId25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c07f7ad1a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c07f7ad1a1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07f7ad1a1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c07f7ad1a1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07f7ad1a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c07f7ad1a1_2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c07f7ad1a1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c07f7ad1a1_2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c07f7ad1a1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07f7ad1a1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c07f7ad1a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c07f7ad1a1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07f7ad1a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c07f7ad1a1_2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c07f7ad1a1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  <a:defRPr b="1" sz="2400"/>
            </a:pPr>
            <a:r>
              <a:t>Autonomous Red Team Agent</a:t>
            </a:r>
            <a:endParaRPr b="1" i="0" sz="4000" u="none" cap="none" strike="noStrik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Conversational reconnaissance and reporting assistant for authorized security assessments.</a:t>
            </a:r>
          </a:p>
          <a:p>
            <a:pPr algn="l">
              <a:defRPr sz="1600"/>
            </a:pPr>
            <a:r>
              <a:t>The agent plans scans, runs recon tools, analyzes results, and explains what it did in plain language.</a:t>
            </a:r>
          </a:p>
          <a:p>
            <a:pPr algn="l">
              <a:defRPr sz="1600"/>
            </a:pPr>
            <a:r>
              <a:t>Current prototype supports CLI and web chat workflows with a final written report after each run.</a:t>
            </a: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endParaRPr b="0" i="0" sz="1500" u="none" cap="none" strike="noStrik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sz="2400"/>
            </a:pPr>
            <a:r>
              <a:t>Team Details</a:t>
            </a:r>
            <a:endParaRPr/>
          </a:p>
          <a:p>
            <a:pPr algn="l">
              <a:defRPr sz="1600"/>
            </a:pPr>
            <a:r>
              <a:t>Team name: Autonomous Red Team Project</a:t>
            </a:r>
          </a:p>
          <a:p>
            <a:pPr algn="l">
              <a:defRPr sz="1600"/>
            </a:pPr>
            <a:r>
              <a:t>Team leader name: Ganes</a:t>
            </a:r>
          </a:p>
          <a:p>
            <a:pPr algn="l">
              <a:defRPr sz="1600"/>
            </a:pPr>
            <a:r>
              <a:t>Problem Statement: Security testing tools are powerful but fragmented, technical, and hard to narrate for operators in real time.</a:t>
            </a:r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b="0" l="0" r="0"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Brief About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This solution combines an orchestration loop, recon tooling, memory, and report generation into one operator-facing agent.</a:t>
            </a:r>
          </a:p>
          <a:p>
            <a:pPr algn="l">
              <a:defRPr sz="1600"/>
            </a:pPr>
            <a:r>
              <a:t>A user can ask for a basic scan in natural language, watch the agent describe each command it runs, and receive a final report in the same conversation.</a:t>
            </a:r>
          </a:p>
          <a:p>
            <a:pPr algn="l">
              <a:defRPr sz="1600"/>
            </a:pPr>
            <a:r>
              <a:t>The goal is to reduce manual context-switching while keeping scan activity explainable and auditable.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Opportunities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How different is it: Instead of acting like a silent automation script, the agent communicates progress, reasoning, commands used, and final findings as a teammate.</a:t>
            </a:r>
          </a:p>
          <a:p>
            <a:pPr algn="l">
              <a:defRPr sz="1600"/>
            </a:pPr>
            <a:r>
              <a:t>How it solves the problem: It turns multiple recon steps into one guided workflow from target input to evidence-backed report.</a:t>
            </a:r>
          </a:p>
          <a:p>
            <a:pPr algn="l">
              <a:defRPr sz="1600"/>
            </a:pPr>
            <a:r>
              <a:t>USP: Deterministic basic recon, chat-based interaction, command history, persistent scan memory, and actionable reporting in one lightweight prototype.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List Of Features Offered By The Solution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Natural-language scan requests from CLI or web chat</a:t>
            </a:r>
          </a:p>
          <a:p>
            <a:pPr algn="l">
              <a:defRPr sz="1600"/>
            </a:pPr>
            <a:r>
              <a:t>Deterministic recon flow using subfinder, httpx, nmap, and ffuf</a:t>
            </a:r>
          </a:p>
          <a:p>
            <a:pPr algn="l">
              <a:defRPr sz="1600"/>
            </a:pPr>
            <a:r>
              <a:t>LLM-assisted reasoning for intent classification and follow-up answers</a:t>
            </a:r>
          </a:p>
          <a:p>
            <a:pPr algn="l">
              <a:defRPr sz="1600"/>
            </a:pPr>
            <a:r>
              <a:t>Live progress narration with exact commands executed</a:t>
            </a:r>
          </a:p>
          <a:p>
            <a:pPr algn="l">
              <a:defRPr sz="1600"/>
            </a:pPr>
            <a:r>
              <a:t>Persistent session memory and reusable chat history</a:t>
            </a:r>
          </a:p>
          <a:p>
            <a:pPr algn="l">
              <a:defRPr sz="1600"/>
            </a:pPr>
            <a:r>
              <a:t>Human-readable final report with findings, weaknesses, and next steps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Process Flow Diagram / Use Case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Operator request -&gt; target extraction -&gt; scan plan selection</a:t>
            </a:r>
          </a:p>
          <a:p>
            <a:pPr algn="l">
              <a:defRPr sz="1600"/>
            </a:pPr>
            <a:r>
              <a:t>Planner -&gt; executor -&gt; analyzer -&gt; state persistence</a:t>
            </a:r>
          </a:p>
          <a:p>
            <a:pPr algn="l">
              <a:defRPr sz="1600"/>
            </a:pPr>
            <a:r>
              <a:t>Tool outputs -&gt; conversational updates -&gt; report generation</a:t>
            </a:r>
          </a:p>
          <a:p>
            <a:pPr algn="l">
              <a:defRPr sz="1600"/>
            </a:pPr>
            <a:r>
              <a:t>Operator follow-up questions -&gt; memory lookup -&gt; direct answer or LLM-assisted summary</a:t>
            </a:r>
          </a:p>
          <a:p>
            <a:pPr algn="l">
              <a:defRPr sz="1600"/>
            </a:pPr>
            <a:r>
              <a:t>Primary use case: 'Make a basic scan on target.com and give me the report.'</a:t>
            </a: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Wireframes / Mock Diagrams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Web UI: left sidebar for chat history, center chat stream for agent messages, input box for new operator requests.</a:t>
            </a:r>
          </a:p>
          <a:p>
            <a:pPr algn="l">
              <a:defRPr sz="1600"/>
            </a:pPr>
            <a:r>
              <a:t>Live execution cards: show planning output, executing command, and finished summary for each scan step.</a:t>
            </a:r>
          </a:p>
          <a:p>
            <a:pPr algn="l">
              <a:defRPr sz="1600"/>
            </a:pPr>
            <a:r>
              <a:t>Final interaction style: the agent replies like an analyst, not just a terminal window.</a:t>
            </a: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Architecture Diagram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Frontend: FastAPI web app + WebSocket log streaming</a:t>
            </a:r>
          </a:p>
          <a:p>
            <a:pPr algn="l">
              <a:defRPr sz="1600"/>
            </a:pPr>
            <a:r>
              <a:t>Orchestration core: main loop with planner, executor, analyzer, and state manager</a:t>
            </a:r>
          </a:p>
          <a:p>
            <a:pPr algn="l">
              <a:defRPr sz="1600"/>
            </a:pPr>
            <a:r>
              <a:t>Recon tool layer: subfinder, nmap, httpx, ffuf wrappers</a:t>
            </a:r>
          </a:p>
          <a:p>
            <a:pPr algn="l">
              <a:defRPr sz="1600"/>
            </a:pPr>
            <a:r>
              <a:t>Intelligence layer: local LLM/Ollama-compatible prompt handlers for planning, memory Q&amp;A, and enrichment</a:t>
            </a:r>
          </a:p>
          <a:p>
            <a:pPr algn="l">
              <a:defRPr sz="1600"/>
            </a:pPr>
            <a:r>
              <a:t>Outputs: chat transcript, session memory, logs, and final report artifacts</a:t>
            </a: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Technologies To Be Used In The Solution</a:t>
            </a:r>
            <a:endParaRPr b="0" i="0" sz="12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Python 3.13</a:t>
            </a:r>
          </a:p>
          <a:p>
            <a:pPr algn="l">
              <a:defRPr sz="1600"/>
            </a:pPr>
            <a:r>
              <a:t>FastAPI + Uvicorn for web serving</a:t>
            </a:r>
          </a:p>
          <a:p>
            <a:pPr algn="l">
              <a:defRPr sz="1600"/>
            </a:pPr>
            <a:r>
              <a:t>PowerShell / shell execution for tool orchestration</a:t>
            </a:r>
          </a:p>
          <a:p>
            <a:pPr algn="l">
              <a:defRPr sz="1600"/>
            </a:pPr>
            <a:r>
              <a:t>subfinder, nmap, httpx, ffuf for recon</a:t>
            </a:r>
          </a:p>
          <a:p>
            <a:pPr algn="l">
              <a:defRPr sz="1600"/>
            </a:pPr>
            <a:r>
              <a:t>Ollama-compatible LLM endpoint for reasoning</a:t>
            </a:r>
          </a:p>
          <a:p>
            <a:pPr algn="l">
              <a:defRPr sz="1600"/>
            </a:pPr>
            <a:r>
              <a:t>JSON-based session memory, logs, and report artifacts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Estimated Implementation Cost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Prototype cost is low when run locally on an existing machine with open-source tooling.</a:t>
            </a:r>
          </a:p>
          <a:p>
            <a:pPr algn="l">
              <a:defRPr sz="1600"/>
            </a:pPr>
            <a:r>
              <a:t>Core expenses for production would be cloud hosting, model inference, storage, access control, and monitoring.</a:t>
            </a:r>
          </a:p>
          <a:p>
            <a:pPr algn="l">
              <a:defRPr sz="1600"/>
            </a:pPr>
            <a:r>
              <a:t>Expected prototype budget: minimal software cost plus operator time for testing and validation.</a:t>
            </a: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Snapshots Of The MVP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Live scan sample on toriiminds.com discovered services on ports 22, 80, 443, 3000, 3001, 3002, 4000, 4001, and 4002.</a:t>
            </a:r>
          </a:p>
          <a:p>
            <a:pPr algn="l">
              <a:defRPr sz="1600"/>
            </a:pPr>
            <a:r>
              <a:t>The updated web agent now announces each scan step, keeps command history, and posts the final report back into the chat thread.</a:t>
            </a:r>
          </a:p>
          <a:p>
            <a:pPr algn="l">
              <a:defRPr sz="1600"/>
            </a:pPr>
            <a:r>
              <a:t>Generated report includes recon summary, weaknesses, recommended next steps, and execution timeline.</a:t>
            </a: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Additional Details / Future Development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Add richer evidence collection such as screenshots, nuclei integration, and endpoint screenshots for discovered panels.</a:t>
            </a:r>
          </a:p>
          <a:p>
            <a:pPr algn="l">
              <a:defRPr sz="1600"/>
            </a:pPr>
            <a:r>
              <a:t>Support role-based access, multi-user collaboration, and per-target workspaces.</a:t>
            </a:r>
          </a:p>
          <a:p>
            <a:pPr algn="l">
              <a:defRPr sz="1600"/>
            </a:pPr>
            <a:r>
              <a:t>For Solution Challenge packaging, the reasoning layer can be adapted to Gemini/Vertex AI and cloud-hosted execution controls.</a:t>
            </a: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sz="2400"/>
            </a:pPr>
            <a:r>
              <a:t>Project Links</a:t>
            </a:r>
            <a:endParaRPr b="0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algn="l">
              <a:defRPr sz="1600"/>
            </a:pPr>
            <a:r>
              <a:t>GitHub Public Repository: Add your public repo link before submission</a:t>
            </a:r>
          </a:p>
          <a:p>
            <a:pPr algn="l">
              <a:defRPr sz="1600"/>
            </a:pPr>
            <a:r>
              <a:t>Demo Video Link (3 Minutes): To be recorded</a:t>
            </a:r>
          </a:p>
          <a:p>
            <a:pPr algn="l">
              <a:defRPr sz="1600"/>
            </a:pPr>
            <a:r>
              <a:t>MVP Link: Local prototype currently runs at http://127.0.0.1:8000</a:t>
            </a:r>
          </a:p>
          <a:p>
            <a:pPr algn="l">
              <a:defRPr sz="1600"/>
            </a:pPr>
            <a:r>
              <a:t>Working Prototype Link: Publish the FastAPI app to cloud and attach URL here</a:t>
            </a: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TextBox 181"/>
          <p:cNvSpPr txBox="1"/>
          <p:nvPr/>
        </p:nvSpPr>
        <p:spPr>
          <a:xfrm>
            <a:off x="685800" y="10972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2400"/>
            </a:pPr>
            <a:r>
              <a:t>Demo Story</a:t>
            </a:r>
          </a:p>
          <a:p>
            <a:pPr algn="l">
              <a:defRPr sz="1600"/>
            </a:pPr>
            <a:r>
              <a:t>1. Operator asks for a basic scan on a target.</a:t>
            </a:r>
          </a:p>
          <a:p>
            <a:pPr algn="l">
              <a:defRPr sz="1600"/>
            </a:pPr>
            <a:r>
              <a:t>2. Agent confirms the target and starts deterministic recon.</a:t>
            </a:r>
          </a:p>
          <a:p>
            <a:pPr algn="l">
              <a:defRPr sz="1600"/>
            </a:pPr>
            <a:r>
              <a:t>3. UI streams the commands being run and summarizes each result.</a:t>
            </a:r>
          </a:p>
          <a:p>
            <a:pPr algn="l">
              <a:defRPr sz="1600"/>
            </a:pPr>
            <a:r>
              <a:t>4. Agent produces a final report and answers follow-up questions like 'what did you run?'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TextBox 186"/>
          <p:cNvSpPr txBox="1"/>
          <p:nvPr/>
        </p:nvSpPr>
        <p:spPr>
          <a:xfrm>
            <a:off x="685800" y="10972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b="1" sz="2400"/>
            </a:pPr>
            <a:r>
              <a:t>Thank You / Q&amp;A</a:t>
            </a:r>
          </a:p>
          <a:p>
            <a:pPr algn="l">
              <a:defRPr sz="1600"/>
            </a:pPr>
            <a:r>
              <a:t>Autonomous Red Team Agent</a:t>
            </a:r>
          </a:p>
          <a:p>
            <a:pPr algn="l">
              <a:defRPr sz="1600"/>
            </a:pPr>
            <a:r>
              <a:t>A transparent recon assistant that scans, explains, and reports in one workflow.</a:t>
            </a:r>
          </a:p>
          <a:p>
            <a:pPr algn="l">
              <a:defRPr sz="1600"/>
            </a:pPr>
            <a:r>
              <a:t>Prepared for rapid prototype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